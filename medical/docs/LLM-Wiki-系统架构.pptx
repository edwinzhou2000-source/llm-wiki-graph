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8036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344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LLM-Wiki 知识库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整体系统架构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文件系统 · 上传工作流 · 自检维护 · gbrain 搜索 · 前端图谱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Edwin Zhou · 2026-08-03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系统概览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840480"/>
                <a:gridCol w="3657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层级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组件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技术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前端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product-hub.html · 3D 图谱 · 问答面板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D3.js · marked.js · CSS dark theme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后端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server.py (2,580行) · 多线程 HTTP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 3.9 · http.server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引擎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DeepSeek API · 文档处理 · 问答合成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deepseek-chat · 4-5 次调用/查询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向量搜索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gbrain · 双通道检索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Bun · PostgreSQL · pgvector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存储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~6,000 Markdown 文件 · 图片索引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本地文件系统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配置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kb-config.yml · config.py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YAML · Python SimpleNamespace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4160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品牌无关设计 — 修改 kb-config.yml 即可迁移到新品牌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目录结构与文件系统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73152" cy="5486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69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运动表现产品/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344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品类 #1 — 跑步 · F50 · 训练 · 服装 · 配件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73152" cy="54864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三叶草产品/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057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品类 #2 — T头鞋 · 板鞋 · 薄底鞋 · 服装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78024"/>
            <a:ext cx="73152" cy="5486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496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轻运动产品/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2770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品类 #3 — 跑鞋 · 老爹鞋 · 配件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91256"/>
            <a:ext cx="73152" cy="54864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2095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59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科技/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34838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~75 科技概念页 (boost/lighstrike/...)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904488"/>
            <a:ext cx="73152" cy="548640"/>
          </a:xfrm>
          <a:prstGeom prst="rect">
            <a:avLst/>
          </a:prstGeom>
          <a:solidFill>
            <a:srgbClr val="4A4AF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9227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系列/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41970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~800 系列概念页 (adizero/samba/...)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核心文件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0" y="1463040"/>
            <a:ext cx="38404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0" y="1463040"/>
            <a:ext cx="3840480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server.py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66360" y="1938528"/>
            <a:ext cx="3566160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服务 · 上传 · 问答 · 自检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0" y="2148840"/>
            <a:ext cx="38404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0" y="2148840"/>
            <a:ext cx="384048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516636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regenerate-graph.py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66360" y="2624328"/>
            <a:ext cx="3566160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图谱生成 · 上传处理管道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0" y="2834640"/>
            <a:ext cx="38404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0" y="2834640"/>
            <a:ext cx="38404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5166360" y="2971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enrich.py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66360" y="3310128"/>
            <a:ext cx="3566160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自检维护 · L1/L2/L3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0" y="3520440"/>
            <a:ext cx="38404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029200" y="3520440"/>
            <a:ext cx="384048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5166360" y="3657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kb-config.yml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66360" y="3995928"/>
            <a:ext cx="3566160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品牌配置 · 分类体系 · 受控词表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0" y="4206240"/>
            <a:ext cx="38404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029200" y="4206240"/>
            <a:ext cx="3840480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0" name="Text 38"/>
          <p:cNvSpPr/>
          <p:nvPr/>
        </p:nvSpPr>
        <p:spPr>
          <a:xfrm>
            <a:off x="5166360" y="4343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product-hub.html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166360" y="4681728"/>
            <a:ext cx="3566160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前端界面 · 3D 图谱 · 问答面板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上传文件工作流 — 双模式设计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2062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420624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🔍 上传并审核 (review)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274320" cy="274320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文件入队列 (.ingest-queue.json)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30552"/>
            <a:ext cx="274320" cy="274320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30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1305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AI 处理生成内容提案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69464"/>
            <a:ext cx="274320" cy="274320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569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25694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提案列表 → 审核界面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08376"/>
            <a:ext cx="274320" cy="274320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008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30083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审批通过 → 写入 KB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447288"/>
            <a:ext cx="274320" cy="274320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447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3447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同步 gbrain + 重建图谱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051560"/>
            <a:ext cx="42062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051560"/>
            <a:ext cx="4206240" cy="4572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AI 全自动收录 (direct)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46320" y="1691640"/>
            <a:ext cx="274320" cy="274320"/>
          </a:xfrm>
          <a:prstGeom prst="rect">
            <a:avLst>
              <a:gd name="adj" fmla="val 16667"/>
            </a:avLst>
          </a:prstGeom>
          <a:solidFill>
            <a:srgbClr val="EA580C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5780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文件入队列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130552"/>
            <a:ext cx="274320" cy="274320"/>
          </a:xfrm>
          <a:prstGeom prst="rect">
            <a:avLst>
              <a:gd name="adj" fmla="val 16667"/>
            </a:avLst>
          </a:prstGeom>
          <a:solidFill>
            <a:srgbClr val="EA580C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130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57800" y="21305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AI 直接写入 KB (--yolo)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569464"/>
            <a:ext cx="274320" cy="274320"/>
          </a:xfrm>
          <a:prstGeom prst="rect">
            <a:avLst>
              <a:gd name="adj" fmla="val 16667"/>
            </a:avLst>
          </a:prstGeom>
          <a:solidFill>
            <a:srgbClr val="EA580C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569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57800" y="25694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自动同步 gbrain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3008376"/>
            <a:ext cx="274320" cy="274320"/>
          </a:xfrm>
          <a:prstGeom prst="rect">
            <a:avLst>
              <a:gd name="adj" fmla="val 16667"/>
            </a:avLst>
          </a:prstGeom>
          <a:solidFill>
            <a:srgbClr val="EA580C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3008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57800" y="30083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自动重建图谱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3447288"/>
            <a:ext cx="274320" cy="274320"/>
          </a:xfrm>
          <a:prstGeom prst="rect">
            <a:avLst>
              <a:gd name="adj" fmla="val 16667"/>
            </a:avLst>
          </a:prstGeom>
          <a:solidFill>
            <a:srgbClr val="EA580C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3447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57800" y="3447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即时可搜索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4297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处理管道: gbrain_sync → link_concepts → sync_pages → graph → index → gbrain_sync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HTTP 服务端点全览 — :8767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公开端点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/ask-stream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20240" y="1463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51760" y="1463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单轮问答 (SSE 流式)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/ask-deep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20240" y="1783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51760" y="1783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深度多轮问答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103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/kb-tree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20240" y="2103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51760" y="2103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知识库目录树 JSON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/api/page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20240" y="2423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51760" y="2423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获取单页内容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/api/search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20240" y="27432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51760" y="2743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简易搜索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管理端点 (需认证)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/upload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4088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上传文件 (review|direct)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/api/proposals/approve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4088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审批通过提案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/api/tasks/run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4088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运行维护任务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/api/run-check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04088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运行验证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/api/save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4088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保存页面编辑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200400"/>
            <a:ext cx="8595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🔐 认证机制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3657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Portal Password Gate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834640" y="36576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访问任何页面 → 检查 cookie → 无则登录页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3931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Cookie 30 天有效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834640" y="39319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登录成功 → 设置 llm_wiki_auth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206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限流保护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834640" y="42062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次/分钟 per IP → 10 次失败锁 15 分钟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4480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READ_ONLY 模式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834640" y="4480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公网部署时禁用所有写端点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自检维护系统 — 三级体系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7432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274320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L1 · 自动填充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扫描 TODO 标记的产品页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生成内容 → 写入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定时: 每 2 小时 · 每次 20 页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237744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enrich.py --batch 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0" y="1051560"/>
            <a:ext cx="27432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051560"/>
            <a:ext cx="27432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L2 · 一致性检查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83280" y="16916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维度扫描: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TODO 页面 ② 未关联产品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孤立标签 ④ 概念↔产品一致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输出: _meta/_issues.md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2880360"/>
            <a:ext cx="237744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enrich.py --check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26480" y="1051560"/>
            <a:ext cx="27432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51560"/>
            <a:ext cx="274320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L3 · AI 改善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16916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为孤立标签生成概念页提案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审核界面 → 审批通过 → 写入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完整闭环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9360" y="2880360"/>
            <a:ext cx="237744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enrich.py --improve-concepts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3611880"/>
            <a:ext cx="8595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🔧 dataview → wikilink 同步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4023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enrich.py --fix-dataview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概念页中的 dataview 动态查询→[[wikilink]] 静态列表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gbrain/DeepSeek 可检索概念页中的产品列表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维护任务顺序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0" y="4023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sync-concepts → improve-concepts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validate → enrich-l1 → enrich-l3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rebuild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gbrain 向量搜索 — 检索引擎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206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42062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双通道检索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38404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645920"/>
            <a:ext cx="54864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691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通道 1: 关键词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16916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tsvector 全文搜索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1965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精确匹配 · 产品名/型号 · 快速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38404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42316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468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通道 2: 语义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2468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 向量搜索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2743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概念理解 · 自然语言 · 深度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多渠道查询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4747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原始问题  ② LLM 改写关键词  ③ jieba 分词  ④ bigram 组合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1051560"/>
            <a:ext cx="4206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051560"/>
            <a:ext cx="420624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搜索结果增强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1691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主页提升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0" y="1691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×1.15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4944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同目录最短 slug → 产品主页优先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46320" y="2103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实体增强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0" y="21031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×1.2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4944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"推荐/有哪些" → entities/ 优先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46320" y="2514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通用词过滤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26480" y="2514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4944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跳过 "系列/鞋款/推荐" 噪声词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46320" y="2926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主页提升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26480" y="2926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×1.15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4944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配色变体不淹没技术主页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3840480"/>
            <a:ext cx="82296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3840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gbrain CLI: bun run gbrain.ts search|query|get|import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前端架构 — product-hub.html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828800" cy="3474720"/>
          </a:xfrm>
          <a:prstGeom prst="rect">
            <a:avLst/>
          </a:prstGeom>
          <a:solidFill>
            <a:srgbClr val="EEF0F8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51560"/>
            <a:ext cx="18288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Sidebar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图谱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029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列表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414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问答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798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上传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182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自检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68880" y="1051560"/>
            <a:ext cx="6217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51760" y="11430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主视图区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651760" y="1645920"/>
            <a:ext cx="58521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651760" y="1645920"/>
            <a:ext cx="5852160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2788920" y="17830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3D 知识图谱 · D3.js + Three.js 力导向图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88920" y="2121408"/>
            <a:ext cx="5577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品牌→品类→系列→产品层级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节点颜色区分品类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连线 = wikilink 关系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51760" y="2606040"/>
            <a:ext cx="58521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651760" y="2606040"/>
            <a:ext cx="585216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2788920" y="27432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智能问答面板 · SSE 流式 · 双模式切换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88920" y="3081528"/>
            <a:ext cx="5577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单轮 / 🔍 深度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渲染 + 图片注入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步骤可视化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51760" y="3566160"/>
            <a:ext cx="58521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651760" y="3566160"/>
            <a:ext cx="58521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2788920" y="37033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自检计划面板 · 任务调度 · 进度跟踪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788920" y="4041648"/>
            <a:ext cx="5577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L1/L2/L3 一键触发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提案审核界面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结果实时展示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数据处理管道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1097280" cy="18288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254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371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 上传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828800"/>
            <a:ext cx="9509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PDF/DOCX/PPTX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raw/articles/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71600" y="19202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508760" y="1280160"/>
            <a:ext cx="1097280" cy="182880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254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08760" y="1371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 AI 处理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81912" y="1828800"/>
            <a:ext cx="9509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文档理解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提取产品信息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06040" y="19202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0" y="1280160"/>
            <a:ext cx="1097280" cy="18288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254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0" y="1371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 生成页面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16352" y="1828800"/>
            <a:ext cx="9509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+ frontmatter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品类目录结构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840480" y="19202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977640" y="1280160"/>
            <a:ext cx="1097280" cy="182880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254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977640" y="1371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④ 链接概念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50792" y="1828800"/>
            <a:ext cx="9509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wikilink 建立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产品↔科技↔系列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74920" y="19202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212080" y="1280160"/>
            <a:ext cx="1097280" cy="182880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254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12080" y="1371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⑤ 同步概念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85232" y="1828800"/>
            <a:ext cx="9509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dataview → wikilinks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概念页可检索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309360" y="19202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46520" y="1280160"/>
            <a:ext cx="1097280" cy="1828800"/>
          </a:xfrm>
          <a:prstGeom prst="rect">
            <a:avLst/>
          </a:prstGeom>
          <a:solidFill>
            <a:srgbClr val="EA580C"/>
          </a:solidFill>
          <a:ln/>
          <a:effectLst>
            <a:outerShdw sx="100000" sy="100000" kx="0" ky="0" algn="bl" rotWithShape="0" blurRad="25400" dist="127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46520" y="1371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⑥ 图谱生成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19672" y="1828800"/>
            <a:ext cx="9509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graph-data.json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品牌→品类→产品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543800" y="19202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80960" y="1280160"/>
            <a:ext cx="1097280" cy="182880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25400" dist="127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80960" y="1371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⑦ 索引重建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54112" y="1828800"/>
            <a:ext cx="9509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index.md 更新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gbrain import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3383280"/>
            <a:ext cx="8595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产品页面结构 (Frontmatter + 正文)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38404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737360" y="3840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运动表现产品 / 三叶草产品 / ...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1330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737360" y="41330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adizero / ultraboost / samba / ...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42569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product_type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737360" y="44256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鞋·跑鞋 / 服装·夹克 / ...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54880" y="38404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35040" y="3840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竞速 / 训练 / 缓震 / 休闲 / 户外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54880" y="41330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attributes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35040" y="41330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 / lightstrike / gore-tex / ...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54880" y="442569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/ tags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035040" y="44256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 · 标签 · created · updated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图片索引 + 部署架构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2062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4206240" cy="4114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🖼️ 图片索引系统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645920"/>
            <a:ext cx="3840480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启动时构建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121408"/>
            <a:ext cx="35661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扫描 images/*/manifest.json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308 产品 · 1080 标签 → 874 链接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过滤 &lt;15KB 缩略图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423160"/>
            <a:ext cx="3840480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560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Q&amp;A 图片注入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2898648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 seen_slugs 查找关联图片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去重 · 质量过滤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注入到答案末尾 (Markdown)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051560"/>
            <a:ext cx="42062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051560"/>
            <a:ext cx="420624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部署架构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164592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645920"/>
            <a:ext cx="3840480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本地开发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2121408"/>
            <a:ext cx="35661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python3 server.py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localhost:8767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42316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423160"/>
            <a:ext cx="3840480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2560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公网部署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2898648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cloudflared tunnel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公网 URL (每次重启变化)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READ_ONLY=true 安全模式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611880"/>
            <a:ext cx="8595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🔄 品牌迁移 — 只需改一个文件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4069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kb-config.yml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343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brand.name → 品牌名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 → 品类体系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taxonomy.valid_values → 受控词表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→ 颜色主题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0" y="4069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所有脚本 (server, enrich, regenerate)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都从 config.py 读取配置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config.py → kb-config.yml (单源)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日常维护工作流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健康检查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527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python3 enrich.py --check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_meta/_issues.md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51560"/>
            <a:ext cx="41148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概念页同步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527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python3 enrich.py --fix-dataview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dataview → [[wikilinks]]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14884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148840"/>
            <a:ext cx="3931920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重启服务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2624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lsof -i :8767 -t | xargs kill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1 &amp;&amp; python3 server.py &amp;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14884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148840"/>
            <a:ext cx="41148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2286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语法验证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2624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python3 -c "import ast;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ast.parse(open('server.py').read());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print('OK')"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291840"/>
            <a:ext cx="8595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📤 上传后的自动化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3749040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① gbrain import — 同步新页面到向量库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895344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② AI 文档理解 — DeepSeek 提取产品信息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041648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生成产品页 — Markdown + frontmatter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187952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_run_link_concepts — 建立 wikilink 关系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334256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_sync_concept_pages — enrich.py --fix-dataview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480560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generate_graph — 重建 graph-data.json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626864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 regenerate_index — 更新 index.md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773168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⑧ gbrain import — 再次同步变更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LLM-Wiki 知识库 · 整体系统架构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文档: docs/SYSTEM_ARCHITECTURE.md  ·  docs/ARCHITECTURE.md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LLM-Wiki 系统架构</dc:title>
  <dc:subject>PptxGenJS Presentation</dc:subject>
  <dc:creator>Edwin Zhou</dc:creator>
  <cp:lastModifiedBy>Edwin Zhou</cp:lastModifiedBy>
  <cp:revision>1</cp:revision>
  <dcterms:created xsi:type="dcterms:W3CDTF">2026-08-03T06:59:18Z</dcterms:created>
  <dcterms:modified xsi:type="dcterms:W3CDTF">2026-08-03T06:59:18Z</dcterms:modified>
</cp:coreProperties>
</file>