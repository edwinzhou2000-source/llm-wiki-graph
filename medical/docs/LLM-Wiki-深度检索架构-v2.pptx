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803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LLM-Wiki 知识库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深度检索架构 v2.0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gbrain + DeepSeek · 两阶段 ReAct Agent · 三会话隔离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Edwin Zhou · 2026-08-03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系统概览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架构总览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73736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页面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~6,000 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645920"/>
            <a:ext cx="173736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6459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向量搜索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173736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6459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端点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/ask /ask-stream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/ask-deep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173736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6459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3484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256032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数据规模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~6,000 | 科技概念 ~75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系列概念 ~800 | 图片索引 ~308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2918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29184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推理引擎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767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DeepSeek-chat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双通道搜索 (关键词+语义)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改写 + jieba 分词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29184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三端点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3767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单轮 /ask-stream (快)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 /ask-deep (全)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 /ask (Agent)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三端点对比 — 何时用哪个？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9748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/ask-stream 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单轮快速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gbrain → DeepSeek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单次搜索 + 概念展开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次 LLM 调用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~5-8s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2331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适用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快速问答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"什么是 BOOST？"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97280"/>
            <a:ext cx="26974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/ask-deep 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深度多轮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宽搜索 → 缺口分析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补读 → 纯文本合成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 次 LLM 调用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~15-18s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3520440"/>
            <a:ext cx="2331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611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适用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复合问题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"有哪些鞋款？各自什么科技？"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97280"/>
            <a:ext cx="269748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/ask 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0" y="1417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多轮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子进程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多轮迭代搜索/读取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最高质量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最慢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520440"/>
            <a:ext cx="2331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611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适用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深度对比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全方位分析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选型建议: 简单问题用单轮⚡  科技深度问题用深度🔍  全方位对比用Agent🤖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深度检索完整流程 — 五阶段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292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15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宽基础搜索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gbrain_search(20)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 10 页全文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系列注入 + 概念展开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10972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0.5-2s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5029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470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缺口分析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1396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 kb_get_page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 3-5 次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max_tokens=8000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184708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4140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96896"/>
            <a:ext cx="5029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968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6151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补充读取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8895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全新对话 #2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 上限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初始上下文完整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259689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1638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5029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467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2b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纯文本合成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639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全新对话 #3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零工具历史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逐行过滤 XML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334670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913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096512"/>
            <a:ext cx="502920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0965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后处理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图片注入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Slug 链接化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流式输出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409651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总计: ~15-18s (含 4-5 次 LLM 调用)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 宽搜索 + Phase 1 缺口分析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 · 宽基础搜索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gbrain_search(limit=20) — 2× 单轮的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双通道: 关键词 (tsvector) + 语义 (pgvector)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多渠道: 原问题 + LLM改写 + jieba分词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读前 10 页全文 (单轮只读 6 页)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系列概览页注入 (regex 匹配)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概念链接展开 (max 8) + 科技自动注入 (max 6)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context · 20-30K 字符 · 永不截断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2062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· 缺口分析 (会话 #1)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6916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工具: 仅 kb_get_page (无 kb_search！)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9659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初始搜索已全面，不需要重新搜索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2402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模型任务: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788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"快速浏览初始上下文"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0632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"只在科技信息完全空白时才读取"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337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"最多 3-5 个页面"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6118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安全: 硬上限 8 次 · json.loads 防崩溃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max_tokens: 8000 · temperature: 0.5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44348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每个结果: body[:6000]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800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设计哲学: 宽基础 + 缺口分析 → 不是 "更多搜索"，而是 "更聪明地读"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+ 三会话隔离原理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2a · 补充读取 (会话 #2)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45920"/>
            <a:ext cx="3840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gathered 构建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121408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完整初始 context (永不截断)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Phase 1 kb_get_page 结果 (跳过冗余搜索)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3840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执行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035808"/>
            <a:ext cx="356616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kb_get_page 补读 + 第二轮检查遗漏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max_tokens: 3000 · 上限 40K chars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0624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206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2b · 纯文本合成 (会话 #3)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645920"/>
            <a:ext cx="3840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核心设计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1214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全新对话 · 零 function calling 历史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 DeepSeek 幻觉 &lt;invoke&gt; XML 标签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max_tokens: 2500 · 逐行过滤残留标签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图片注入 + Slug 链接化 → 流式输出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639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三会话隔离 — 唯一可靠的 XML 幻觉防御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4023360"/>
            <a:ext cx="2286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会话 #1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不共享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0" y="4023360"/>
            <a:ext cx="2286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会话 #2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2a/2a.5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不共享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4023360"/>
            <a:ext cx="228600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会话 #3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如果共享历史 → 即使禁用工具，DeepSeek 也会模仿输出 &lt;invoke&gt; XML 标签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 → v2 优化历程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21031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 的问题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初始搜索与单轮相同 (limit=10)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37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没有"深度"优势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kb_search 返回 300 字符摘要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13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远低于初始上下文的 10K 全文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551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gathered 截断丢失初始页面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最终上下文不如单轮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26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冗余搜索 → 延迟 ×3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644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答案质量可能更差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06240" cy="21031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20624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 的修复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600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宽初始搜索 limit=20, 读10页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837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给 Phase 1 更丰富的素材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075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去掉 kb_search, 仅 kb_get_page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313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不重新搜索, 针对性补读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551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context 为基础, 跳过冗余结果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788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初始高质量页面永不丢失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026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上限 40K (原 30K), 优先级截断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2644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context 始终完整保留在最前面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参数变更对照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初始搜索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(6页)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(10页)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广度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工具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kb_search+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kb_get_page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 kb_get_page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缺口分析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tokens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 JSON 截断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调用上限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防失控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gathered 上限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优先级截断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2a tokens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分析空间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实测对比 — ADIZERO 鞋款 × 科技查询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22860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82296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 · 优化前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调用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12-20 次 (过度)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gathered 大小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30K+ (触发截断)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答案完整性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295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部分鞋款缺科技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642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20 次调用时 JSON 崩溃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990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答案长度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990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不确定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206240" cy="22860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82296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 · 优化后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调用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4-5 次 (适度)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gathered 大小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~19K (远低于上限)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答案完整性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295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17 款鞋 · 完整科技表格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642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零错误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990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答案长度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990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1,774 字符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→ 5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工具调用次数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36118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9184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329184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崩溃次数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6118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612648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覆盖鞋款数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关键参数表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28600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调整依据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初始搜索 limit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handle_ask_deep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单轮宽度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初始全文读取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len(context_parts)&lt;10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覆盖结果前 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max_tokens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requests.post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每个调用 ~200 字符 × 8 + 分析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调用上限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msg['tool_calls'][:8]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限制 3-5, 硬上限 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单结果上限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6000 字符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body[:6000]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产品页 ~400-1000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2a max_tokens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2a POST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补读 + 分析空间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2b max_tokens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2b POST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纯文本合成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gathered 总上限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40K chars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gathered[:40000]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25K 初始 + 5×3K 工具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概念链接展开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expand_concept_links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覆盖相关科技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科技自动注入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tech_slugs[:6]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科技页可达 10K+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平衡创造性和稳定性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上下文优先级策略 — gathered 构建规则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 永不截断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初始 context (10 页 + 系列/科技概念)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68249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gbrain 搜索的最相关结果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占据 gathered 前 15-25K 字符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04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 追加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71576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 kb_get_page 结果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91693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模型明确请求的页面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1181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每个结果上限 8K 字符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P3 跳过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9502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 kb_search 结果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5137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与初始 context 高度冗余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35254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同一个 gbrain_search 数据源 → 直接跳过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00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总上限: 40K · 如果超过 → 末尾截断 · 初始 context 在最前面始终完整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已知陷阱与修复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88720"/>
            <a:ext cx="41148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XML 幻觉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444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症状: 答案出现 &lt;invoke&gt; XML 标签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0" y="1444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Phase 2b 共享了 function calling 历史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1444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修复: 三会话隔离 · 逐行过滤残留标签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5740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148840"/>
            <a:ext cx="41148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1488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工具调用失控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症状: ❌ Unterminated string 崩溃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0" y="2404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20 调用 × ~200 字符 → max_tokens 截断 JSON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404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修复: 硬上限 8 次 · try/except · max_tokens=8000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17520"/>
            <a:ext cx="73152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108960"/>
            <a:ext cx="411480" cy="2377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1089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上下文稀释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364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症状: 深度答案不如单轮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3364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300 字摘要替换了 10K 全文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364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修复: 跳过 kb_search 结果 · context 为基础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97764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4069080"/>
            <a:ext cx="411480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069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503 请求过大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4325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症状: resp.status_code==503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7680" y="4325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请求体 &gt;~50K 字符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修复: gathered 上限 40K · 优先级截断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调试方法 + 维护工作流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关键日志行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[deep-p1] finish=tool_calls, tool_calls=5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9319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[deep-p2-gathered] len=19155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39319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57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[deep-p2] content_len=1774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9319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[deep-search] slugs=31, images=3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健康检查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6304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curl 测试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-X POST :8767/ask-deep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-d '{"question":"你好"}' --max-time 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语法验证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3101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python3 -c "import ast;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ast.parse(open('server.py').read());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print('OK')"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日常维护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06240"/>
            <a:ext cx="393192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一致性检查 + 概念页同步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681728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enrich.py --check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enrich.py --fix-dataview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8404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840480"/>
            <a:ext cx="41148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重启服务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lsof -i :8767 -t | xargs 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server.py &amp;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LLM-Wiki 深度检索架构 v2.0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gbrain + DeepSeek · ReAct Agent · Three-Session Isolation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 深度检索架构 v2.0</dc:title>
  <dc:subject>PptxGenJS Presentation</dc:subject>
  <dc:creator>Edwin Zhou</dc:creator>
  <cp:lastModifiedBy>Edwin Zhou</cp:lastModifiedBy>
  <cp:revision>1</cp:revision>
  <dcterms:created xsi:type="dcterms:W3CDTF">2026-08-03T06:47:18Z</dcterms:created>
  <dcterms:modified xsi:type="dcterms:W3CDTF">2026-08-03T06:47:18Z</dcterms:modified>
</cp:coreProperties>
</file>